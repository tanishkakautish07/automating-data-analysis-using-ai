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313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  <a:t>‹#›</a:t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Data Analysis using AI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Tanishka Kautish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     :    2210990894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By: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08094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2</a:t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" y="1207488"/>
            <a:ext cx="8996550" cy="4554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growth of data in modern organizations has increased the need for intelligent and automated data analysis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(AI) and Machine Learning (ML) technologies enable automated preprocessing, pattern detection, predictive analytics, and decision-making from large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data analysis methods rely heavily on manual effort, statistical tools, and domain expertise, making the process time-consuming and less scalable.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data analysis systems reduce human intervention by integrating preprocessing, feature engineering, model training, prediction, and visualization into a single workflow.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Individually, conventional statistical techniques and isolated machine learning models have limitations in handling complex and high-volume datasets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Integrating AI-driven preprocessing, machine learning algorithms, logging mechanisms, and automated pipelines creates a unified intelligent data analysis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588087" cy="914040"/>
          </a:xfrm>
        </p:spPr>
        <p:txBody>
          <a:bodyPr/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0" y="1312915"/>
            <a:ext cx="9055865" cy="378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data analysis requires significant manual effort and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help automate prediction and pattern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lack integrated preprocessing and logging mechanisms.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AI, ML, logging, and automation in one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improve accuracy, speed, and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build an efficient and reliable automated data analysis 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214" y="0"/>
            <a:ext cx="5486040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88265" y="1261745"/>
            <a:ext cx="8757920" cy="458597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input layer handles dataset collection, upload, and validation processes.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layer performs data cleaning, normalization, and missing value handling.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layer applies Machine Learning algorithms for pattern detection and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layer generates graphs, reports, and analytical insights automatically.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error-handling layer monitors system activities and detects failures.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layers work together through an integrated pipeline for automated end-to-end data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271" y="0"/>
            <a:ext cx="3690651" cy="826265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99695" y="1275080"/>
            <a:ext cx="8665210" cy="4448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was evaluated using real-world datasets containing structured and incomplete data samples.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Machine Learning models such as Decision Tree, Random Forest, and ANN were trained for predictive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was compared with traditional manual data analysis approaches.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 included accuracy, processing time, scalability, and automation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and testing were conducted using structured dataset splitting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methodology validated both prediction performance and overall system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159" y="0"/>
            <a:ext cx="5210618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Performance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0" y="914400"/>
            <a:ext cx="8848090" cy="5511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achieved high prediction accuracy compared to traditional analysis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time was significantly reduced through automated preprocessing and ML pipelines.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efficiency increased by minimizing manual intervention in data handling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demonstrated improved scalability while handling large and complex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 rates were reduced through centralized logging and automated error handling mechanisms.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results highlight improvements in speed, accuracy, reliability, and overall data analysis efficiency.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446" y="220337"/>
            <a:ext cx="5486040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Challenges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0" y="750570"/>
            <a:ext cx="9000490" cy="5726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and ML improves data analysis speed, prediction accuracy, and overall system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pipeline reduces repetitive manual effort and supports scalable data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analysis and improved decision-making are major advantages of the proposed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include handling large datasets, data quality issues, and system compatibility.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 and continuous retraining are important for maintaining high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supervision remains essential for validating complex analytical results and system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5066" y="0"/>
            <a:ext cx="3602156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0" y="734060"/>
            <a:ext cx="8896350" cy="5498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successfully integrates AI and Machine Learning for automated data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overcomes limitations of traditional manual data analysis approaches.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improvements were observed in accuracy, processing speed, and automation efficiency.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supports intelligent and scalable real-world data analysis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demonstrate strong potential for practical deployment in enterprise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system represents an advanced step toward intelligent automated analytics.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559" y="-22034"/>
            <a:ext cx="3327094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88265" y="892810"/>
            <a:ext cx="8686800" cy="5347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 can include advanced Deep Learning and automated model optimization techniques.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streaming and visualization can further enhance system capabilities.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can be extended to healthcare, finance, e-commerce, and IoT domains.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techniques can improve transparency and trust in prediction results.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 optimization can support large-scale and high-speed enterprise data processing.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enhancements can make automated data analysis systems more intelligent, adaptive, and reliable.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14161" y="2590224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10</a:t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Microsoft Office PowerPoint</Application>
  <PresentationFormat>On-screen Show (4:3)</PresentationFormat>
  <Paragraphs>103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      Problem Statement &amp; Objectives</vt:lpstr>
      <vt:lpstr>Proposed System Architecture</vt:lpstr>
      <vt:lpstr>Methodology</vt:lpstr>
      <vt:lpstr>Results and Performance</vt:lpstr>
      <vt:lpstr>Benefits and Challenges 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Umang Shakya</cp:lastModifiedBy>
  <cp:revision>2302</cp:revision>
  <dcterms:created xsi:type="dcterms:W3CDTF">2010-04-09T07:36:00Z</dcterms:created>
  <dcterms:modified xsi:type="dcterms:W3CDTF">2026-05-10T11:01:45Z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1033-12.1.0.25862</vt:lpwstr>
  </property>
  <property fmtid="{D5CDD505-2E9C-101B-9397-08002B2CF9AE}" pid="15" name="ICV">
    <vt:lpwstr>82C94AF623BD472581937E81ABB3CA2A_12</vt:lpwstr>
  </property>
</Properties>
</file>